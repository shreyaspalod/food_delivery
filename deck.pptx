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1097280"/>
            <a:ext cx="3657600" cy="3657600"/>
          </a:xfrm>
          <a:prstGeom prst="rect">
            <a:avLst/>
          </a:prstGeom>
          <a:solidFill>
            <a:srgbClr val="14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Calibri"/>
              </a:rPr>
              <a:t>🛵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We're paying
surge when demand
doesn't need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3474720" cy="1463040"/>
          </a:xfrm>
          <a:prstGeom prst="rect">
            <a:avLst/>
          </a:prstGeom>
          <a:solidFill>
            <a:srgbClr val="14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D9488"/>
                </a:solidFill>
                <a:latin typeface="Calibri"/>
              </a:rPr>
              <a:t>24%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of all orders get surge — the same rate
at 3 AM as at 8 PM.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474720"/>
            <a:ext cx="3474720" cy="1463040"/>
          </a:xfrm>
          <a:prstGeom prst="rect">
            <a:avLst/>
          </a:prstGeom>
          <a:solidFill>
            <a:srgbClr val="14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9E0B"/>
                </a:solidFill>
                <a:latin typeface="Calibri"/>
              </a:rPr>
              <a:t>₹4–6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2519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estimated monthly over-spend on
off-peak surge payouts.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The Ops Head needs to know: when does demand really spike, where, and how to fix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Calibri"/>
              </a:rPr>
              <a:t>Food Delivery Demand Pulse · Case 3 · Data Science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 did — and 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Demand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50K orders sliced by hour, day-of-week, city, and cuisine. Identified the two true peak windows.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F172A"/>
                </a:solidFill>
                <a:latin typeface="Calibri"/>
              </a:rPr>
              <a:t>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40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City Cohorts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432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Normalised demand curves showed all 7 cities share the same peak shape — validating a single time-window rule.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36576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F172A"/>
                </a:solidFill>
                <a:latin typeface="Calibri"/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40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7-Day 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Prophet model (multiplicative weekly seasonality) trained on 90-day Delhi daily data. Seasonal-naïve fallback included.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40680"/>
            <a:ext cx="11430000" cy="640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Stack: Python · Pandas · Prophet · Plotly · Streamlit · Hugging Face Spaces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Food Delivery Demand Pulse · Case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the data reveals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53035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📊  Demand Heatmap (City × Hour)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Every city peaks at exactly the same two windows:
  • Lunch:  12:00 – 14:00
  • Dinner: 18:00 – 21:30
Surge is currently applied at ~24% regardless of hour — identical at 3 AM and 8 PM.
Bangalore leads volume (120 orders/day avg).
Kolkata is 3× smaller (44 orders/day).
Same surge threshold treats them identically.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5943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91440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8988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12–14 h &amp; 18–21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1488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true peak hours across all 7 cities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880360"/>
            <a:ext cx="5943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2880360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9008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32% vs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weekend vs weekday surge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480560"/>
            <a:ext cx="5943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4480560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59028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+15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lag before surge activates on weekends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Food Delivery Demand Pulse · Case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 actions the Ops Head can start Monday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28600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11201400" cy="1554480"/>
          </a:xfrm>
          <a:prstGeom prst="rect">
            <a:avLst/>
          </a:prstGeom>
          <a:solidFill>
            <a:srgbClr val="14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527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REC 1 — Time-Locked Surge 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5506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Restrict auto-surge to 12:00–14:00 and 18:00–21:30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💰 Est. ₹2–4 L/month saving · Low effort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228600" cy="15544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880360"/>
            <a:ext cx="11201400" cy="1554480"/>
          </a:xfrm>
          <a:prstGeom prst="rect">
            <a:avLst/>
          </a:prstGeom>
          <a:solidFill>
            <a:srgbClr val="14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REC 2 — City-Differentiated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9242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Tier A (BLR/MUM/DEL): 90th-pct trigger · Tier B (rest): 85th-pct.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91B2"/>
                </a:solidFill>
                <a:latin typeface="Calibri"/>
              </a:rPr>
              <a:t>💰 Est. ₹1–2 L/month saving · Medium effort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22860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617720"/>
            <a:ext cx="11201400" cy="1554480"/>
          </a:xfrm>
          <a:prstGeom prst="rect">
            <a:avLst/>
          </a:prstGeom>
          <a:solidFill>
            <a:srgbClr val="14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27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REC 3 — Pre-Authorised Weekend Surge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29783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  <a:latin typeface="Calibri"/>
              </a:rPr>
              <a:t>Auto-enable surge Sat–Sun 10:00–23:00. Hard block before 10:00.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⚡ Est. 8–12% p95 delivery time improvement · Low effort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A/B test design for Rec 1 (Bangalore pilot, 2 weeks) included in analysis notebook.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With one more week, we would add...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577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35607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Calibri"/>
              </a:rPr>
              <a:t>🌦️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35607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Weather + Holiday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Merge public weather API and Indian holiday calendar to capture special-event demand spikes not in 90-day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577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35607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Calibri"/>
              </a:rPr>
              <a:t>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435607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Live A/B Test Instrumentation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39112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Instrument the Rec 1 test in Bangalore: randomise at restaurant level, track cost-per-order and delivery-time guardrails daily.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5577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0448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Calibri"/>
              </a:rPr>
              <a:t>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90448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City-Level Hourly 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07992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Extend Prophet to hourly granularity per city, enabling per-shift rider pre-positioning instead of day-level planning.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9476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794760"/>
            <a:ext cx="5577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90448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90448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Auto-Threshold Tuner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07992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ML layer that re-calibrates surge trigger percentile weekly based on rolling 30-day MAPE, removing manual threshold reviews.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28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Live dashboard → Hugging Face Spaces · Streamlit · app.py + requirements.txt included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